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D637-F802-44C5-984B-7530FA39870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1370-98CE-4E96-8882-8D6AD6789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04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D637-F802-44C5-984B-7530FA39870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1370-98CE-4E96-8882-8D6AD6789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013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D637-F802-44C5-984B-7530FA39870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1370-98CE-4E96-8882-8D6AD6789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83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D637-F802-44C5-984B-7530FA39870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1370-98CE-4E96-8882-8D6AD6789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433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D637-F802-44C5-984B-7530FA39870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1370-98CE-4E96-8882-8D6AD6789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351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D637-F802-44C5-984B-7530FA39870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1370-98CE-4E96-8882-8D6AD6789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122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D637-F802-44C5-984B-7530FA39870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1370-98CE-4E96-8882-8D6AD6789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176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D637-F802-44C5-984B-7530FA39870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1370-98CE-4E96-8882-8D6AD6789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900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D637-F802-44C5-984B-7530FA39870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1370-98CE-4E96-8882-8D6AD6789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90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D637-F802-44C5-984B-7530FA39870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1370-98CE-4E96-8882-8D6AD6789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817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D637-F802-44C5-984B-7530FA39870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1370-98CE-4E96-8882-8D6AD6789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986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6D637-F802-44C5-984B-7530FA398700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941370-98CE-4E96-8882-8D6AD6789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93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One time password (OTP)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144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5256" t="27768" r="34305" b="37411"/>
          <a:stretch/>
        </p:blipFill>
        <p:spPr>
          <a:xfrm>
            <a:off x="143691" y="143691"/>
            <a:ext cx="11896580" cy="385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138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048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204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689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082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One time password (OTP)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time password (OTP)</dc:title>
  <dc:creator>Pustaka F.Saintek</dc:creator>
  <cp:lastModifiedBy>Pustaka F.Saintek</cp:lastModifiedBy>
  <cp:revision>1</cp:revision>
  <dcterms:created xsi:type="dcterms:W3CDTF">2026-10-22T07:36:20Z</dcterms:created>
  <dcterms:modified xsi:type="dcterms:W3CDTF">2026-10-22T07:36:30Z</dcterms:modified>
</cp:coreProperties>
</file>